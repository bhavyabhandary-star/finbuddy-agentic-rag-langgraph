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E2761"/>
                </a:solidFill>
                <a:latin typeface="Cambria"/>
              </a:rPr>
              <a:t>RAGAS Metrics — Before vs. After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Context Precision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0.67</c:v>
                </c:pt>
                <c:pt idx="2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Context Precision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0.97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554480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FinBuddy Agentic RAG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agentic system for credit coaching &amp; policy Q&amp;A — classical routing and retrieval decisions, one mandatory LLM call, real production models consumed as tools.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 — AI Product Leadership Program Capstone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Bhandary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standalone project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production FinBuddy build — it never modifies that codebase.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two things: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policy questions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grounded in real RBI/DPDP regulatory PDFs, and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production models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already governed and live — not reimplemented.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part: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state machine with classical, non-LLM routing and retrieval decisions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one mandatory LLM call, at the very 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finbuddy-project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— live scoring API + trained artifacts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06840" y="3108960"/>
            <a:ext cx="18288" cy="68580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70648" y="3172968"/>
            <a:ext cx="3072384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32004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— read-only, never modifies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93192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FinBuddy Agentic RAG (this project)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 API call + 1 read-only artifact copy — orchestration layer, LangGraph state machine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Seven-Layer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api/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endpoint, request validation, streaming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0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agent/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19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machine: Intent Router, planning, state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616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885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tools/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17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retrieve_pdf_chunks, check_sufficiency, assess_credit_profile, assess_risk_trend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601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660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5869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memory/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161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= the LangGraph state itself; long-term explicitly deferred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764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guardrails/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02082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tool policy, output validation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990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observability/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319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evaluation hooks, cost/step logging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3616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2885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mlops/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617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Router's full train / track / registry / drift loop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5586984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5751576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ingestion/ (PDF→Chroma, Setu feed) · eval/ (RAGAS + CI gate) · tests/ · ui/ (deployed console)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Agent's Decision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assess_credit_profile → XGBoost · SHAP · Isolation Forest · Fairlearn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assess_risk_trend → Logistic Regression (Ridge/Lasso)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Intent (Conformer ASR+BERT) not used here — route is a separate, self-trained classifier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H="1">
            <a:off x="2926080" y="1984248"/>
            <a:ext cx="2377440" cy="71323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1984248"/>
            <a:ext cx="3931920" cy="71323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40880" y="1984248"/>
            <a:ext cx="2103120" cy="2359152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3264408"/>
            <a:ext cx="18288" cy="107899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3172968"/>
            <a:ext cx="5852160" cy="1261872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3108960" y="3264408"/>
            <a:ext cx="6903720" cy="112471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12680" y="3264408"/>
            <a:ext cx="18288" cy="1078992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48840" y="4910328"/>
            <a:ext cx="3063240" cy="71323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6949440" y="4910328"/>
            <a:ext cx="3063240" cy="713232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141732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46320" y="1417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6974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2697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credit_assessment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0" y="26974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778240" y="2697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34340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78240" y="434340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77824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62356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46320" y="56235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545336" y="2459736"/>
            <a:ext cx="120700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9176" y="2459736"/>
            <a:ext cx="120700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19722" y="2551176"/>
            <a:ext cx="973836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2578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37360" y="3374136"/>
            <a:ext cx="82296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89420" y="3493008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09176" y="3374136"/>
            <a:ext cx="120700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cap hit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66260" y="3584448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566160" y="3611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tool_error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1100816" y="25511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100816" y="25146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3825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success path  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escalation path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= retrieve loops on insufficient context, capped at 3×  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is the ONLY mandatory LLM call in the graph.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Not a Single Similarity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417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88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Candidate Pool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(Chroma cosine) + BM25, blended 0.7·cosine + 0.3·normalized-BM25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3154680" cy="1234440"/>
          </a:xfrm>
          <a:prstGeom prst="roundRect">
            <a:avLst>
              <a:gd name="adj" fmla="val 518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59028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scale-mismatch bug: BM25's unbounded score can't blend raw against a [0,1] cosine score.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6512" y="3840480"/>
            <a:ext cx="173736" cy="1828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37860" y="1417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378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Re-rank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cross-encoder/ms-marco-MiniLM-L-6-v2 scores every (query, chunk) pair directly, sigmoid-calibrated to [0,1]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4480560"/>
            <a:ext cx="3154680" cy="1234440"/>
          </a:xfrm>
          <a:prstGeom prst="roundRect">
            <a:avLst>
              <a:gd name="adj" fmla="val 518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459028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match: 0.996. Irrelevant: ~0.00003 — orders of magnitude cleaner separation than cosine alone.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5552" y="3840480"/>
            <a:ext cx="173736" cy="1828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86900" y="1417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869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Threshold Gate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= top_score ≥ 0.5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4480560"/>
            <a:ext cx="3154680" cy="1234440"/>
          </a:xfrm>
          <a:prstGeom prst="roundRect">
            <a:avLst>
              <a:gd name="adj" fmla="val 518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0" y="459028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LLM judging its own retrieval — a plain numeric comparison.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Chunking Crossed a Section Boundary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fixed_size_chunks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200-word sliding window sliced a real PDF mid-clause, so a real query (DPDP consent requirements) retrieved the wrong chunk.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switching to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semantic_chunks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(paragraph-boundary splitting) and rebuilding the vector store.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 → 1021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Re-verified against the deployed production Space, not just locally.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0" y="169164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THIS PROJECT TRAINS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Intent Router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 classes: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credit_assessment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off_topic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Everything credit-related is production FinBuddy's model, consumed read-only — this is the only model the project itself trains.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Governance Flow — Never Auto-Promoted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76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trained model, pending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94760" y="3840480"/>
            <a:ext cx="594360" cy="1828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4840" y="324612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76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beat the current model on the eval harness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3840480"/>
            <a:ext cx="594360" cy="1828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324612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4964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776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real routing decisions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versions are archived, never overwritten.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worse model must never reach production — demonstrated once during scaffolding, when a candidate model failed exactly this gate.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DETECTIVE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Was Silently Testing the Wrong 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920240" cy="1097280"/>
          </a:xfrm>
          <a:prstGeom prst="roundRect">
            <a:avLst>
              <a:gd name="adj" fmla="val 7500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691640"/>
            <a:ext cx="8732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 run's routing-accuracy gate showed confidence = 0.50 — exactly — on all 4 test scenarios.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16936"/>
            <a:ext cx="1920240" cy="1097280"/>
          </a:xfrm>
          <a:prstGeom prst="roundRect">
            <a:avLst>
              <a:gd name="adj" fmla="val 7500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16936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916936"/>
            <a:ext cx="8732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directory is gitignored (bundled into deployment separately). In a fresh CI checkout it doesn't exist, so classify_intent() silently falls back to a crude 6-keyword heuristic — which always returns 0.50.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42232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42232"/>
            <a:ext cx="1920240" cy="1097280"/>
          </a:xfrm>
          <a:prstGeom prst="roundRect">
            <a:avLst>
              <a:gd name="adj" fmla="val 7500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4223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42232"/>
            <a:ext cx="8732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CI's exact output locally by moving the real model aside. The gate had been passing at exactly its own 75% floor by coincidence — it could never have caught a real regression.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67528"/>
            <a:ext cx="1920240" cy="1097280"/>
          </a:xfrm>
          <a:prstGeom prst="roundRect">
            <a:avLst>
              <a:gd name="adj" fmla="val 7500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36752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+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367528"/>
            <a:ext cx="8732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now trains and promotes a real model into its own disposable filesystem before the gate runs. Also pinned a solver randomness bug found along the way. Result: 100% routing accuracy, byte-identical across repeated runs.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CONSUMING, NOT REIMPLEMENTING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Credit-Assessment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assess_credit_profile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POST to production FinBuddy's live /api/v1/score — F-006 (anomaly), F-001 (score), F-003 (SHAP), F-012 (fairness) all arrive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3434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tuned to 60s from a real observation: the free-tier host cold-starts in ~60–90s after sleeping — a tight timeout meant the first real call after any idle period always failed.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9659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assess_risk_trend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 real, pre-trained artifact copied read-only from production. Runs inference locally, no network 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42062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43434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model's own learned coefficients, not assumed: 2 of 8 declared input features are always zero in real training data, with exactly 0.0000 learned weight — they have no effect on the prediction.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417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31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control characters and flags prompt-injection markers in retrieved text (not user input). Regex PII detection: mobile / PAN / Aadhaar-shaped.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92140" y="1417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921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Validation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LLM's JSON through a Pydantic schema; retries once with the validation error fed back — never crashes on a bad parse.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41180" y="1417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411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Policy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2608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safe_tool_call wraps every tool: retry once, then a typed fallback carrying a tool_error field — never a silent failure or fabricated result.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documented: </a:t>
            </a:r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confirmation-gate for side-effecting tools exists and is tested, even though nothing in this MVP has a real side effect yet.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EVIDENCE, NOT ASSUMPTION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/ Hindi / Kannada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063240" cy="594360"/>
          </a:xfrm>
          <a:prstGeom prst="roundRect">
            <a:avLst>
              <a:gd name="adj" fmla="val 1076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generation.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issues.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42976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3063240" cy="594360"/>
          </a:xfrm>
          <a:prstGeom prst="roundRect">
            <a:avLst>
              <a:gd name="adj" fmla="val 10769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generation + a retry-then-fallback guardrail for wrong-script output.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incoherent vocabulary in otherwise-correct script — an accepted, documented model-capability limitation.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42976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3063240" cy="594360"/>
          </a:xfrm>
          <a:prstGeom prst="roundRect">
            <a:avLst>
              <a:gd name="adj" fmla="val 10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Kannada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skipped UNCONDITIONALLY — the LLM is never called.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correct-script output was incoherent gibberish; no retry can fix that. UI-disabled (“coming soon”).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model is a free-tier ~7B open model, not Claude — verified by checking the prompt template itself contains nothing that could cause these leaks.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BACKEND TO REAL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UI &amp; Deployment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credit assessment</a:t>
            </a:r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(Simple/Advanced modes), real SHAP-explained factor cards, and a chat panel with a </a:t>
            </a:r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toggle</a:t>
            </a:r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showing the real route / grounding-confidence / citations behind each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5212080" cy="2651760"/>
          </a:xfrm>
          <a:prstGeom prst="roundRect">
            <a:avLst>
              <a:gd name="adj" fmla="val 310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Deployment Discovery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Artifact previews block fetch() to any host outside a small CDN allowlist — so the real /agent/run calls always fail there with “Failed to fetch.” Not a bug in the console; a sandbox constraint discovered by testing the live preview.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1892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286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— a new, separate Space from production FinBuddy. Deploy script bundles gitignored real artifacts, never touches HF credentials.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5204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75120" y="3721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UI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auto-deployed on any push touching ui/**. No CSP restriction, so the live demo actually works end to end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534924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5440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bhavyabhandary-star.github.io/finbuddy-agentic-rag-langgraph/finbuddy_console.html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Questions, Answered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routing/retrieval really not an LLM guessing?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route.py and rag_tools.py are pure scikit-learn / threshold code — zero LLM calls in either.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71216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71216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626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evaluation methodology?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10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(faithfulness / precision / recall) re-run against the deployed Space, plus a fixed 4-scenario routing-accuracy CI gate.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50792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42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and how did you find it?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897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boundary bug, CI's silent keyword-fallback bug, and solver non-determinism — all found by direct verification, not code review.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230368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3218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fabricated for the demo?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6692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slicker reference UI with fabricated loan amounts and an invented roadmap was deliberately rejected in favor of only showing real API data.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2026-09-14T11:02:38Z</dcterms:created>
  <dcterms:modified xsi:type="dcterms:W3CDTF">2026-09-14T11:02:38Z</dcterms:modified>
</cp:coreProperties>
</file>